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The Tribune and PTC News reports, Dec 2024 to Aug 2025, listed in docs/02-december-2024-concerts.md. Diljit crowd size was not reported.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2188952" cy="1005840"/>
          </a:xfrm>
          <a:prstGeom prst="rect">
            <a:avLst/>
          </a:prstGeom>
          <a:solidFill>
            <a:srgbClr val="0E1730"/>
          </a:solidFill>
          <a:ln w="12700">
            <a:solidFill>
              <a:srgbClr val="0E17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5230368"/>
            <a:ext cx="548640" cy="640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98448" y="5230368"/>
            <a:ext cx="548640" cy="640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22576" y="5230368"/>
            <a:ext cx="548640" cy="640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46704" y="5230368"/>
            <a:ext cx="548640" cy="640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70832" y="5230368"/>
            <a:ext cx="548640" cy="640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5230368"/>
            <a:ext cx="548640" cy="640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5230368"/>
            <a:ext cx="548640" cy="640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43216" y="5230368"/>
            <a:ext cx="548640" cy="640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67344" y="5230368"/>
            <a:ext cx="548640" cy="640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1472" y="5230368"/>
            <a:ext cx="548640" cy="640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0" y="5230368"/>
            <a:ext cx="548640" cy="640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39728" y="5230368"/>
            <a:ext cx="548640" cy="640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4846320"/>
            <a:ext cx="411480" cy="41148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5321808"/>
            <a:ext cx="411480" cy="41148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48463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  ·  AI-POWERED TRAFFIC OPTIMISATION FOR CHANDIGARH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Traffic Rehearsal</a:t>
            </a:r>
            <a:endParaRPr lang="en-US" sz="48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2377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big event's traffic plan in a simulation of Chandigarh's roads, before the crowd arrives.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" y="33375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AA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runs offline as the planner. 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AA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simulates every plan. 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AA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officer approves every decision.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 ·  Code for Communities Chandigarh, GDG Cloud Chandigarh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FROM DECEMBER 2024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concerts at Sector 34. The city learnt on the day.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8781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099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20,000+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1214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at the Karan Aujla show, 7 Dec 2024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807208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2993746"/>
            <a:ext cx="404165" cy="40416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8254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AM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32369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to the ground closed on 14 Dec, for an evening show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922776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4109314"/>
            <a:ext cx="404165" cy="40416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9410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hospitals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1508760" y="43525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ground; injured fans struggled to get help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038344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8" y="5224882"/>
            <a:ext cx="404165" cy="40416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0566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Traders + doctors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1508760" y="54681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the city to move the next shows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897880" y="1783080"/>
            <a:ext cx="0" cy="4206240"/>
          </a:xfrm>
          <a:prstGeom prst="line">
            <a:avLst/>
          </a:prstGeom>
          <a:noFill/>
          <a:ln w="25400">
            <a:solidFill>
              <a:srgbClr val="D9D4C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760720" y="1764792"/>
            <a:ext cx="274320" cy="274320"/>
          </a:xfrm>
          <a:prstGeom prst="ellipse">
            <a:avLst/>
          </a:prstGeom>
          <a:solidFill>
            <a:srgbClr val="14213D"/>
          </a:solidFill>
          <a:ln w="25400">
            <a:solidFill>
              <a:srgbClr val="F7F4EE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217920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Dec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Aujla, Sector 34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315200" y="2039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 at Piccadilly and New Labour Chowk, arriving and leaving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760720" y="2633472"/>
            <a:ext cx="274320" cy="274320"/>
          </a:xfrm>
          <a:prstGeom prst="ellipse">
            <a:avLst/>
          </a:prstGeom>
          <a:solidFill>
            <a:srgbClr val="14213D"/>
          </a:solidFill>
          <a:ln w="25400">
            <a:solidFill>
              <a:srgbClr val="F7F4EE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217920" y="2560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Dec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731520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decides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7315200" y="2907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huge gatherings at Sector 34 in future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760720" y="3502152"/>
            <a:ext cx="274320" cy="274320"/>
          </a:xfrm>
          <a:prstGeom prst="ellipse">
            <a:avLst/>
          </a:prstGeom>
          <a:solidFill>
            <a:srgbClr val="14213D"/>
          </a:solidFill>
          <a:ln w="25400">
            <a:solidFill>
              <a:srgbClr val="F7F4EE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217920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Dec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731520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Diljit Dosanjh, Sector 34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7315200" y="3776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parking areas, shuttles, 3 diversions. Still cars parked on roads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5760720" y="4370832"/>
            <a:ext cx="274320" cy="274320"/>
          </a:xfrm>
          <a:prstGeom prst="ellipse">
            <a:avLst/>
          </a:prstGeom>
          <a:solidFill>
            <a:srgbClr val="14213D"/>
          </a:solidFill>
          <a:ln w="25400">
            <a:solidFill>
              <a:srgbClr val="F7F4EE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217920" y="4297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Dec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731520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Dhillon moved to Sector 25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7315200" y="4645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venue also caused inconvenience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5760720" y="5239512"/>
            <a:ext cx="274320" cy="274320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7F4EE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217920" y="5166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2025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7315200" y="5166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Sarangpur venue proposed</a:t>
            </a:r>
            <a:endParaRPr lang="en-US" sz="1500" dirty="0"/>
          </a:p>
        </p:txBody>
      </p:sp>
      <p:sp>
        <p:nvSpPr>
          <p:cNvPr id="40" name="Text 34"/>
          <p:cNvSpPr txBox="1"/>
          <p:nvPr/>
        </p:nvSpPr>
        <p:spPr>
          <a:xfrm>
            <a:off x="7315200" y="5513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35,000 people, 6,250 parking spaces. No traffic plan described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548640" y="5943600"/>
            <a:ext cx="11064240" cy="384048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731520" y="5961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 was tested before the day. Every fix was trial and error on real roads.</a:t>
            </a:r>
            <a:endParaRPr lang="en-US" sz="1400" dirty="0"/>
          </a:p>
        </p:txBody>
      </p:sp>
      <p:sp>
        <p:nvSpPr>
          <p:cNvPr id="43" name="Text 3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Traffic Rehearsal  ·  Code for Communities Chandigarh 2026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rehearsal loop: the agent proposes, the simulator tests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965960"/>
            <a:ext cx="822960" cy="822960"/>
          </a:xfrm>
          <a:prstGeom prst="ellipse">
            <a:avLst/>
          </a:prstGeom>
          <a:solidFill>
            <a:srgbClr val="E9E4D8"/>
          </a:solidFill>
          <a:ln w="12700">
            <a:solidFill>
              <a:srgbClr val="E9E4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10" y="21634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Describe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461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pastes the event notice. Gemma fills in venue, times, crowd, parking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96896" y="2898648"/>
            <a:ext cx="182880" cy="274320"/>
          </a:xfrm>
          <a:prstGeom prst="rtTriangl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34640" y="178308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9000" y="1965960"/>
            <a:ext cx="822960" cy="822960"/>
          </a:xfrm>
          <a:prstGeom prst="ellipse">
            <a:avLst/>
          </a:prstGeom>
          <a:solidFill>
            <a:srgbClr val="E9E4D8"/>
          </a:solidFill>
          <a:ln w="12700">
            <a:solidFill>
              <a:srgbClr val="E9E4D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510" y="216347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7180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Check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971800" y="32461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corrects the details and sees every place on the map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882896" y="2898648"/>
            <a:ext cx="182880" cy="274320"/>
          </a:xfrm>
          <a:prstGeom prst="rtTriangl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20640" y="178308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15000" y="1965960"/>
            <a:ext cx="822960" cy="822960"/>
          </a:xfrm>
          <a:prstGeom prst="ellipse">
            <a:avLst/>
          </a:prstGeom>
          <a:solidFill>
            <a:srgbClr val="E9E4D8"/>
          </a:solidFill>
          <a:ln w="12700">
            <a:solidFill>
              <a:srgbClr val="E9E4D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510" y="216347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5780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Rehearse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257800" y="32461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plays the evening on Chandigarh's roads, 3 times per plan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168896" y="2898648"/>
            <a:ext cx="182880" cy="274320"/>
          </a:xfrm>
          <a:prstGeom prst="rtTriangl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06640" y="178308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01000" y="1965960"/>
            <a:ext cx="822960" cy="822960"/>
          </a:xfrm>
          <a:prstGeom prst="ellipse">
            <a:avLst/>
          </a:prstGeom>
          <a:solidFill>
            <a:srgbClr val="E9E4D8"/>
          </a:solidFill>
          <a:ln w="12700">
            <a:solidFill>
              <a:srgbClr val="E9E4D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510" y="2163470"/>
            <a:ext cx="427939" cy="42793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4380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Compare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543800" y="32461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side by side: delay, ambulances, clearing time, map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9454896" y="2898648"/>
            <a:ext cx="182880" cy="274320"/>
          </a:xfrm>
          <a:prstGeom prst="rtTriangl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692640" y="178308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287000" y="1965960"/>
            <a:ext cx="822960" cy="822960"/>
          </a:xfrm>
          <a:prstGeom prst="ellipse">
            <a:avLst/>
          </a:prstGeom>
          <a:solidFill>
            <a:srgbClr val="E9E4D8"/>
          </a:solidFill>
          <a:ln w="12700">
            <a:solidFill>
              <a:srgbClr val="E9E4D8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4510" y="2163470"/>
            <a:ext cx="427939" cy="427939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2980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Approve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829800" y="32461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 signs off. Advisory in English, Hindi, Punjabi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5120640" y="4526280"/>
            <a:ext cx="4297680" cy="1325880"/>
          </a:xfrm>
          <a:prstGeom prst="roundRect">
            <a:avLst>
              <a:gd name="adj" fmla="val 8276"/>
            </a:avLst>
          </a:prstGeom>
          <a:solidFill>
            <a:srgbClr val="FBEFD9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4754880"/>
            <a:ext cx="502920" cy="50292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989320" y="4645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rounds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5989320" y="496519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reads the results, names the worst bottleneck, makes up to 3 changes, and the plan is tested again. Worse plans are discarded.</a:t>
            </a:r>
            <a:endParaRPr lang="en-US" sz="115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617720"/>
            <a:ext cx="548640" cy="54864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64592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is the officer's own plan.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1645920" y="49377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demo that is the real police plan for 14 Dec 2024: closures, 5 parking areas, shuttles, 3 diversions.</a:t>
            </a:r>
            <a:endParaRPr lang="en-US" sz="1150" dirty="0"/>
          </a:p>
        </p:txBody>
      </p:sp>
      <p:sp>
        <p:nvSpPr>
          <p:cNvPr id="40" name="Text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Traffic Rehearsal  ·  Code for Communities Chandigarh 2026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models, real roads, and rules the AI can't break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480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8013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Officer's browser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app, 5 steps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88920" y="2560320"/>
            <a:ext cx="0" cy="21031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48640" y="2770632"/>
            <a:ext cx="4480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5351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8803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via Ollama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server. Nothing leaves it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788920" y="3639312"/>
            <a:ext cx="0" cy="21031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48640" y="3849624"/>
            <a:ext cx="4480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32504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9593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simulator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43068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evening, 1 PM to 1 AM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788920" y="4718304"/>
            <a:ext cx="0" cy="21031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48640" y="4928616"/>
            <a:ext cx="4480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11496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50383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508760" y="53858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 roads and chowks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0" y="1691640"/>
            <a:ext cx="6126480" cy="1463040"/>
          </a:xfrm>
          <a:prstGeom prst="roundRect">
            <a:avLst>
              <a:gd name="adj" fmla="val 625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760720" y="1810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HARD RULES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176272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309360" y="215798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Ambulances to protected hospitals: at most 5 extra minutes</a:t>
            </a:r>
            <a:endParaRPr lang="en-US" sz="14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2651760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309360" y="26334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gridlock: a plan that jams more than 1% of vehicles is rejected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5486400" y="33832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that keep a small model reliable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5486400" y="3767328"/>
            <a:ext cx="6126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JSON answers, checked; errors go back to Gemma (2 retries)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menu actions and named places; typos like "Picadilly" are matched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3 changes per round, so it is clear what helped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Gemma writes is checked against the results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Round, run and time limits enforced in code, not by the model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Traffic Rehearsal  ·  Code for Communities Chandigarh 2026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OFFICER SEES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plan judged on the same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500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extra delay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51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vehicle-hours, for visitors and everyone else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6080" y="169164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8745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108960" y="23500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check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3108960" y="2651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or fail per hospital, in minutes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303520" y="169164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8745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0" y="23500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clear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5486400" y="2651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after the show until roads are normal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29184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747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" y="39502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closures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731520" y="4251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closures in shops and homes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926080" y="329184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347472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108960" y="39502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3108960" y="4251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per lot, when each lot fills up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303520" y="329184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347472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86400" y="39502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from parking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5486400" y="4251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minutes, with shuttles counted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49834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roads coloured by extra wait, with minutes written out for colour-blind users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548640" y="5440680"/>
            <a:ext cx="548640" cy="109728"/>
          </a:xfrm>
          <a:prstGeom prst="rect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1188720" y="5349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min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2286000" y="5440680"/>
            <a:ext cx="548640" cy="10972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2926080" y="5349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3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023360" y="5440680"/>
            <a:ext cx="548640" cy="109728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4663440" y="5349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10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5760720" y="5440680"/>
            <a:ext cx="548640" cy="10972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6400800" y="5349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 min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7818120" y="1691640"/>
            <a:ext cx="3794760" cy="4206240"/>
          </a:xfrm>
          <a:prstGeom prst="roundRect">
            <a:avLst>
              <a:gd name="adj" fmla="val 241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809244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THE DEMO ANSWERS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8092440" y="2331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14 Dec have gone better?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8092440" y="27157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police plan vs the agent's plans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8092440" y="3474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Sector 25 really better?</a:t>
            </a:r>
            <a:endParaRPr lang="en-US" sz="1500" dirty="0"/>
          </a:p>
        </p:txBody>
      </p:sp>
      <p:sp>
        <p:nvSpPr>
          <p:cNvPr id="42" name="Text 34"/>
          <p:cNvSpPr txBox="1"/>
          <p:nvPr/>
        </p:nvSpPr>
        <p:spPr>
          <a:xfrm>
            <a:off x="8092440" y="38587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crowd, the plan used for AP Dhillon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8092440" y="4617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if we close X?"</a:t>
            </a:r>
            <a:endParaRPr lang="en-US" sz="1500" dirty="0"/>
          </a:p>
        </p:txBody>
      </p:sp>
      <p:sp>
        <p:nvSpPr>
          <p:cNvPr id="44" name="Text 36"/>
          <p:cNvSpPr txBox="1"/>
          <p:nvPr/>
        </p:nvSpPr>
        <p:spPr>
          <a:xfrm>
            <a:off x="8092440" y="50017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tests it and says so honestly, even if it's worse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Traffic Rehearsal  ·  Code for Communities Chandigarh 2026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Rehearse the next big event before the day.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402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735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government server. Gemma runs offline; no event or VIP data leaves it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24028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43484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free to run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4434840" y="32735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code, open-weight Gemma, SUMO, OpenStreetMap. No training costs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24028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13816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how the city works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8138160" y="32735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the SOP for large gatherings the administration began drafting in Dec 2024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31520" y="4343400"/>
            <a:ext cx="10698480" cy="0"/>
          </a:xfrm>
          <a:prstGeom prst="line">
            <a:avLst/>
          </a:prstGeom>
          <a:noFill/>
          <a:ln w="12700">
            <a:solidFill>
              <a:srgbClr val="34426A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7200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4599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finale we build next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1325880" y="4983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the new Sarangpur venue before it is built  ·  rallies and VIP convoys as moving closures  ·  several events on one day  ·  UX4G front end with logins and audit trail</a:t>
            </a:r>
            <a:endParaRPr lang="en-US" sz="13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89788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github.com/&lt;your-account&gt;/event-traffic-rehearsal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731520" y="6355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© OpenStreetMap contributors · SUMO (EPL-2.0) · Gemma 4 (Apache 2.0) · Not an official Chandigarh Police product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Traffic Rehearsal</dc:title>
  <dc:subject>PptxGenJS Presentation</dc:subject>
  <dc:creator>Krishna</dc:creator>
  <cp:lastModifiedBy>Krishna</cp:lastModifiedBy>
  <cp:revision>1</cp:revision>
  <dcterms:created xsi:type="dcterms:W3CDTF">2026-10-16T17:10:38Z</dcterms:created>
  <dcterms:modified xsi:type="dcterms:W3CDTF">2026-10-16T17:10:38Z</dcterms:modified>
</cp:coreProperties>
</file>